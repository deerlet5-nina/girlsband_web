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70F72-C943-2F69-EF44-D1090A7A6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D1C0186-AD7C-A2EB-9D22-0C3779C7B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675045-1BB3-5F09-8E45-D6FAD0319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BD22-032F-4AD9-8CEA-7660FC032195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6C1FE4-A558-4CD4-E9C9-8B7E6D14B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D8A8C5-DD3B-6D3B-8570-54EDC20A3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9FA8-D5D7-4603-BA4C-83D990AA3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539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A61E59-C175-3958-D4B7-43D01081E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7C8FB2-D093-3CA9-642A-5DE41BDAB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01955A-EFE1-7BCF-E7EA-6889CF11B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BD22-032F-4AD9-8CEA-7660FC032195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2F842B-6A82-3C41-234A-25A043C75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C032EA-0F03-748E-0134-4C58E553D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9FA8-D5D7-4603-BA4C-83D990AA3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483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6CEBBD-2EE5-7512-176A-45B30CCC8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DFB7A3-4BFE-F4B5-617C-4016D20E3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126818-6DBF-52F1-7E2F-0C73BC354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BD22-032F-4AD9-8CEA-7660FC032195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36C929-F910-F918-681E-179C49354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E9C40B-7219-82A7-B5FF-62E8DF22A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9FA8-D5D7-4603-BA4C-83D990AA3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60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62AD29-08E3-8309-341D-75809CB8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9A9B1F-7BEB-1489-6DCE-A9AE68F137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BA146C-C1B9-A37C-7EFB-92369486D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BE1E6A-5757-94EB-94B0-02AAA4A1B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BD22-032F-4AD9-8CEA-7660FC032195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A3B3A8-5B69-736C-8579-522433B68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EF7E8E-AD21-A977-ABBF-BF49C2106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9FA8-D5D7-4603-BA4C-83D990AA3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44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143309-E1C7-0C73-C0BA-0A6C43A7F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7519A2-8EDC-251E-5E0A-CF8049131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8A3870-4DAE-B576-B715-2D5950A193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6CF120-8C5C-8FB7-E49B-B3A8E0490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361D7D1-C3E8-F11B-DF06-F6EF891F38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7327EF-5A7B-ACF9-BC98-21E528BA5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BD22-032F-4AD9-8CEA-7660FC032195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718BA8A-404B-E74D-0F69-4D789821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0D20D9C-E5AF-72D6-5212-2A600029E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9FA8-D5D7-4603-BA4C-83D990AA3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227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A824C1-1942-094D-FFA4-62FAC5C4C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1592EC4-42B2-9C47-4A92-252B94F69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BD22-032F-4AD9-8CEA-7660FC032195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B91B9B-7AB5-4B02-6CB7-FDECE7B56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D2D31-DA71-9A45-13CD-F2A37367E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9FA8-D5D7-4603-BA4C-83D990AA3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383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4A1C159-A658-E371-3199-4F1E269F5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BD22-032F-4AD9-8CEA-7660FC032195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5F364D-D14B-81A0-6250-9CBBBA25D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88803E-BC9C-D1E8-4352-DD0313B8B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9FA8-D5D7-4603-BA4C-83D990AA3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341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74C45D-408F-8D2F-09CC-A7159FEA1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80CEFA-14EA-03FD-6923-449966FAA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29FCAE-36CA-43C1-170A-95878F680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8F489B-A343-8935-3B2C-D98EED96A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BD22-032F-4AD9-8CEA-7660FC032195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2A8194-530B-73BE-54F6-B6E289434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D16101-0E51-51F1-410F-4BD40727A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9FA8-D5D7-4603-BA4C-83D990AA3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672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4D8673-B3C5-E29C-B505-61079280D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AE26B90-3B49-C61B-D767-3F64BDD76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14DA8C-9429-DCC6-D7E6-8B139293F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A779A0-51C9-112B-1CBC-284BF0B6A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BD22-032F-4AD9-8CEA-7660FC032195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EBA510-D359-D47C-A51E-4BC956B8E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E51B9D-1582-32F7-E26C-9B040B3ED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9FA8-D5D7-4603-BA4C-83D990AA3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956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620889-3B30-5853-062C-35205F6F8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D68E67C-101A-34B9-098D-0BA136FF40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BED64F-AFD7-26DC-C615-63BA47B40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BD22-032F-4AD9-8CEA-7660FC032195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680AF6-F6FF-0B18-03A5-E41E16463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B82C7A-70AA-1B45-8029-4483CC65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9FA8-D5D7-4603-BA4C-83D990AA3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019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3A9860A-06B5-6690-DBC9-704124D165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902FC1-217E-53E0-F683-971C494E2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DA2E34-DB8E-4C19-83EE-466DBCC4E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BD22-032F-4AD9-8CEA-7660FC032195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4AD08D-4575-5328-6FAC-88472141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B39858-507A-38DE-68B4-5D5ADA35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9FA8-D5D7-4603-BA4C-83D990AA3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360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E84B999-C11A-E7A7-3EBE-5CC775CAE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81BD11-7014-2B3A-2019-0E9C074FB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84967A-9172-1F36-D3FA-F241D99183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4BD22-032F-4AD9-8CEA-7660FC032195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79A05D-2D08-9CD2-87DB-122E44C2BA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676284-E88D-C2DE-C3E9-EEFEEC82CD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19FA8-D5D7-4603-BA4C-83D990AA3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478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B27323B-7775-1EEF-9081-93497A253ED4}"/>
              </a:ext>
            </a:extLst>
          </p:cNvPr>
          <p:cNvSpPr/>
          <p:nvPr/>
        </p:nvSpPr>
        <p:spPr>
          <a:xfrm>
            <a:off x="2824841" y="89807"/>
            <a:ext cx="5633357" cy="66783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B1660D-E4B5-0C6E-2C52-8F9A333F01F7}"/>
              </a:ext>
            </a:extLst>
          </p:cNvPr>
          <p:cNvSpPr/>
          <p:nvPr/>
        </p:nvSpPr>
        <p:spPr>
          <a:xfrm>
            <a:off x="2897204" y="212271"/>
            <a:ext cx="5486400" cy="48985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Header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95B2E1-0E2E-96EE-F190-AEDB6FCE57F0}"/>
              </a:ext>
            </a:extLst>
          </p:cNvPr>
          <p:cNvSpPr/>
          <p:nvPr/>
        </p:nvSpPr>
        <p:spPr>
          <a:xfrm>
            <a:off x="2913986" y="800099"/>
            <a:ext cx="5469618" cy="12443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editor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5C93407-F410-3A0E-7C4B-3644F27FFF3A}"/>
              </a:ext>
            </a:extLst>
          </p:cNvPr>
          <p:cNvSpPr/>
          <p:nvPr/>
        </p:nvSpPr>
        <p:spPr>
          <a:xfrm>
            <a:off x="2913986" y="2170999"/>
            <a:ext cx="5450493" cy="1476976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data-table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1D96A2-6AA6-829B-2AF4-E182877A6306}"/>
              </a:ext>
            </a:extLst>
          </p:cNvPr>
          <p:cNvSpPr/>
          <p:nvPr/>
        </p:nvSpPr>
        <p:spPr>
          <a:xfrm>
            <a:off x="2927993" y="3836359"/>
            <a:ext cx="5340108" cy="190029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Pdf-generator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17FF5C8-20D8-3A56-077D-FC83E483B4B5}"/>
              </a:ext>
            </a:extLst>
          </p:cNvPr>
          <p:cNvSpPr/>
          <p:nvPr/>
        </p:nvSpPr>
        <p:spPr>
          <a:xfrm>
            <a:off x="2913987" y="5918139"/>
            <a:ext cx="5340108" cy="639006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footer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2A1ADA0-C3FA-14E2-8F54-6799BFE4A0AA}"/>
              </a:ext>
            </a:extLst>
          </p:cNvPr>
          <p:cNvSpPr/>
          <p:nvPr/>
        </p:nvSpPr>
        <p:spPr>
          <a:xfrm>
            <a:off x="2948847" y="5258041"/>
            <a:ext cx="5251875" cy="396544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导出选项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BEECADF-86D9-ACC4-AEA2-3172EB9903E6}"/>
              </a:ext>
            </a:extLst>
          </p:cNvPr>
          <p:cNvSpPr/>
          <p:nvPr/>
        </p:nvSpPr>
        <p:spPr>
          <a:xfrm>
            <a:off x="2948847" y="4017941"/>
            <a:ext cx="2479801" cy="41961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选择</a:t>
            </a:r>
            <a:r>
              <a:rPr lang="en-US" altLang="zh-CN" dirty="0">
                <a:solidFill>
                  <a:schemeClr val="tx1"/>
                </a:solidFill>
              </a:rPr>
              <a:t>HTML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A7BC84E-DBC9-1710-500A-91261FEFF09E}"/>
              </a:ext>
            </a:extLst>
          </p:cNvPr>
          <p:cNvSpPr/>
          <p:nvPr/>
        </p:nvSpPr>
        <p:spPr>
          <a:xfrm>
            <a:off x="5639233" y="4017941"/>
            <a:ext cx="2561491" cy="41961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生成</a:t>
            </a:r>
            <a:r>
              <a:rPr lang="en-US" altLang="zh-CN" dirty="0">
                <a:solidFill>
                  <a:schemeClr val="tx1"/>
                </a:solidFill>
              </a:rPr>
              <a:t>pdf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5592285-36AE-505B-1819-5F5B56D10EC7}"/>
              </a:ext>
            </a:extLst>
          </p:cNvPr>
          <p:cNvSpPr/>
          <p:nvPr/>
        </p:nvSpPr>
        <p:spPr>
          <a:xfrm>
            <a:off x="2948848" y="4936127"/>
            <a:ext cx="5251876" cy="219884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pdf</a:t>
            </a:r>
            <a:r>
              <a:rPr lang="zh-CN" altLang="en-US" dirty="0">
                <a:solidFill>
                  <a:schemeClr val="tx1"/>
                </a:solidFill>
              </a:rPr>
              <a:t>选项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78FCCAE-3F07-E862-B66E-92EC824CF949}"/>
              </a:ext>
            </a:extLst>
          </p:cNvPr>
          <p:cNvSpPr/>
          <p:nvPr/>
        </p:nvSpPr>
        <p:spPr>
          <a:xfrm>
            <a:off x="2948847" y="2241074"/>
            <a:ext cx="2479801" cy="279280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数据管理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F78257A-8B19-BD56-63A2-C5A54F2F10DE}"/>
              </a:ext>
            </a:extLst>
          </p:cNvPr>
          <p:cNvSpPr/>
          <p:nvPr/>
        </p:nvSpPr>
        <p:spPr>
          <a:xfrm>
            <a:off x="2948849" y="2622385"/>
            <a:ext cx="875720" cy="193414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添加行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AF804CB-685C-07B8-A1C0-A7C5220AC46F}"/>
              </a:ext>
            </a:extLst>
          </p:cNvPr>
          <p:cNvSpPr/>
          <p:nvPr/>
        </p:nvSpPr>
        <p:spPr>
          <a:xfrm>
            <a:off x="3902344" y="2608355"/>
            <a:ext cx="1051032" cy="221470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添加列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EC8373F-BD43-1172-4207-F8BB69B0CB3C}"/>
              </a:ext>
            </a:extLst>
          </p:cNvPr>
          <p:cNvSpPr/>
          <p:nvPr/>
        </p:nvSpPr>
        <p:spPr>
          <a:xfrm>
            <a:off x="5040110" y="2608355"/>
            <a:ext cx="980020" cy="221471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删除行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AAED6B3-9FB0-CEC1-845D-83755D922223}"/>
              </a:ext>
            </a:extLst>
          </p:cNvPr>
          <p:cNvSpPr/>
          <p:nvPr/>
        </p:nvSpPr>
        <p:spPr>
          <a:xfrm>
            <a:off x="6096000" y="2615372"/>
            <a:ext cx="912406" cy="20042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删除列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7EE97D6-6BB0-6D00-0016-37DB97008A75}"/>
              </a:ext>
            </a:extLst>
          </p:cNvPr>
          <p:cNvSpPr/>
          <p:nvPr/>
        </p:nvSpPr>
        <p:spPr>
          <a:xfrm>
            <a:off x="7117394" y="2608355"/>
            <a:ext cx="1150707" cy="20042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导出</a:t>
            </a:r>
            <a:r>
              <a:rPr lang="en-US" altLang="zh-CN" dirty="0">
                <a:solidFill>
                  <a:schemeClr val="tx1"/>
                </a:solidFill>
              </a:rPr>
              <a:t>excel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E30932C-455F-2AF4-EA16-D2E9CD00E497}"/>
              </a:ext>
            </a:extLst>
          </p:cNvPr>
          <p:cNvSpPr/>
          <p:nvPr/>
        </p:nvSpPr>
        <p:spPr>
          <a:xfrm>
            <a:off x="2950606" y="3135178"/>
            <a:ext cx="5317495" cy="35737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table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ECA3CFC-9157-4872-7507-BC6FA27CAD39}"/>
              </a:ext>
            </a:extLst>
          </p:cNvPr>
          <p:cNvSpPr/>
          <p:nvPr/>
        </p:nvSpPr>
        <p:spPr>
          <a:xfrm>
            <a:off x="2948848" y="824592"/>
            <a:ext cx="2393174" cy="15500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在线编辑器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F780E2B-B500-E4E7-FDBA-B62630BE4465}"/>
              </a:ext>
            </a:extLst>
          </p:cNvPr>
          <p:cNvSpPr/>
          <p:nvPr/>
        </p:nvSpPr>
        <p:spPr>
          <a:xfrm>
            <a:off x="2948847" y="1024817"/>
            <a:ext cx="5415632" cy="22647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选择文件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60FCE2B-9408-D797-4453-08AEC0EE7BCE}"/>
              </a:ext>
            </a:extLst>
          </p:cNvPr>
          <p:cNvSpPr/>
          <p:nvPr/>
        </p:nvSpPr>
        <p:spPr>
          <a:xfrm>
            <a:off x="2948847" y="1504591"/>
            <a:ext cx="1727274" cy="22647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加载文件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5545EAE-BC83-C6EC-9B5E-E3DA0694529A}"/>
              </a:ext>
            </a:extLst>
          </p:cNvPr>
          <p:cNvSpPr/>
          <p:nvPr/>
        </p:nvSpPr>
        <p:spPr>
          <a:xfrm>
            <a:off x="4710982" y="1495403"/>
            <a:ext cx="1727274" cy="233049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保存修改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FA3C240-3F37-2075-61E3-0984B8958845}"/>
              </a:ext>
            </a:extLst>
          </p:cNvPr>
          <p:cNvSpPr/>
          <p:nvPr/>
        </p:nvSpPr>
        <p:spPr>
          <a:xfrm>
            <a:off x="6527400" y="1504590"/>
            <a:ext cx="1673321" cy="227289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预览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D06117F-69FC-E94B-0341-2A414EF791DD}"/>
              </a:ext>
            </a:extLst>
          </p:cNvPr>
          <p:cNvSpPr/>
          <p:nvPr/>
        </p:nvSpPr>
        <p:spPr>
          <a:xfrm>
            <a:off x="2960931" y="1796123"/>
            <a:ext cx="5307169" cy="22647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切换到代码视图</a:t>
            </a:r>
          </a:p>
        </p:txBody>
      </p:sp>
    </p:spTree>
    <p:extLst>
      <p:ext uri="{BB962C8B-B14F-4D97-AF65-F5344CB8AC3E}">
        <p14:creationId xmlns:p14="http://schemas.microsoft.com/office/powerpoint/2010/main" val="583677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6C0CE-AD0A-4BC3-ED4A-FCFDC9D2A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A285961-029A-F5EE-33A0-1105731B4788}"/>
              </a:ext>
            </a:extLst>
          </p:cNvPr>
          <p:cNvSpPr/>
          <p:nvPr/>
        </p:nvSpPr>
        <p:spPr>
          <a:xfrm>
            <a:off x="2824841" y="89807"/>
            <a:ext cx="5633357" cy="66783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85F86F-FB52-C9D5-A5D3-D33DDF33B289}"/>
              </a:ext>
            </a:extLst>
          </p:cNvPr>
          <p:cNvSpPr/>
          <p:nvPr/>
        </p:nvSpPr>
        <p:spPr>
          <a:xfrm>
            <a:off x="2897204" y="212271"/>
            <a:ext cx="5486400" cy="48985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轻音少女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DAB95C-6D35-C8CD-7DC3-3B7906ECC004}"/>
              </a:ext>
            </a:extLst>
          </p:cNvPr>
          <p:cNvSpPr/>
          <p:nvPr/>
        </p:nvSpPr>
        <p:spPr>
          <a:xfrm>
            <a:off x="2897204" y="800099"/>
            <a:ext cx="5486400" cy="6204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8B14A1-B74D-8823-7071-AE7B4B7E73C3}"/>
              </a:ext>
            </a:extLst>
          </p:cNvPr>
          <p:cNvSpPr/>
          <p:nvPr/>
        </p:nvSpPr>
        <p:spPr>
          <a:xfrm>
            <a:off x="2959684" y="824463"/>
            <a:ext cx="510830" cy="537684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首页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CDA045B-E8AE-4146-AA83-B2177E580DC1}"/>
              </a:ext>
            </a:extLst>
          </p:cNvPr>
          <p:cNvSpPr/>
          <p:nvPr/>
        </p:nvSpPr>
        <p:spPr>
          <a:xfrm>
            <a:off x="3566381" y="824463"/>
            <a:ext cx="655554" cy="537684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轻音少女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C3D95BF-1597-EBA7-A118-E1DFE46A52CD}"/>
              </a:ext>
            </a:extLst>
          </p:cNvPr>
          <p:cNvSpPr/>
          <p:nvPr/>
        </p:nvSpPr>
        <p:spPr>
          <a:xfrm>
            <a:off x="4317802" y="824463"/>
            <a:ext cx="655554" cy="537684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孤独摇滚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8F145C-3E1F-AD01-9A1A-A5A0A96C6938}"/>
              </a:ext>
            </a:extLst>
          </p:cNvPr>
          <p:cNvSpPr/>
          <p:nvPr/>
        </p:nvSpPr>
        <p:spPr>
          <a:xfrm>
            <a:off x="5069223" y="824463"/>
            <a:ext cx="777823" cy="537684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MYGO</a:t>
            </a:r>
            <a:r>
              <a:rPr lang="zh-CN" altLang="en-US" dirty="0">
                <a:solidFill>
                  <a:schemeClr val="tx1"/>
                </a:solidFill>
              </a:rPr>
              <a:t>！！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3A4EB3-596B-C1D5-E85E-24A778B85233}"/>
              </a:ext>
            </a:extLst>
          </p:cNvPr>
          <p:cNvSpPr/>
          <p:nvPr/>
        </p:nvSpPr>
        <p:spPr>
          <a:xfrm>
            <a:off x="5926871" y="824463"/>
            <a:ext cx="1151826" cy="537684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Girls Band Cry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9D36D82-E404-1A7A-9149-4253CC49652A}"/>
              </a:ext>
            </a:extLst>
          </p:cNvPr>
          <p:cNvSpPr/>
          <p:nvPr/>
        </p:nvSpPr>
        <p:spPr>
          <a:xfrm>
            <a:off x="7190606" y="824463"/>
            <a:ext cx="1115996" cy="537684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少女乐队搭配游戏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35CF76-93BF-5999-ECEE-D3C315BC97A1}"/>
              </a:ext>
            </a:extLst>
          </p:cNvPr>
          <p:cNvSpPr/>
          <p:nvPr/>
        </p:nvSpPr>
        <p:spPr>
          <a:xfrm>
            <a:off x="2897203" y="1518556"/>
            <a:ext cx="5409399" cy="1616333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7A1D21C-22D3-5D97-4863-C984A011D67F}"/>
              </a:ext>
            </a:extLst>
          </p:cNvPr>
          <p:cNvSpPr/>
          <p:nvPr/>
        </p:nvSpPr>
        <p:spPr>
          <a:xfrm>
            <a:off x="4268268" y="1545067"/>
            <a:ext cx="2379730" cy="28753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放学后茶会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3C84B4E-8E8B-AF47-0CDC-235B0A51B1DA}"/>
              </a:ext>
            </a:extLst>
          </p:cNvPr>
          <p:cNvSpPr/>
          <p:nvPr/>
        </p:nvSpPr>
        <p:spPr>
          <a:xfrm>
            <a:off x="4543734" y="1902153"/>
            <a:ext cx="1828798" cy="232641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她们的故事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5F5A931-6B00-7689-2B69-675F04937303}"/>
              </a:ext>
            </a:extLst>
          </p:cNvPr>
          <p:cNvSpPr/>
          <p:nvPr/>
        </p:nvSpPr>
        <p:spPr>
          <a:xfrm>
            <a:off x="3984859" y="2503364"/>
            <a:ext cx="3205747" cy="393031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故事简介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AA202AC-A312-EB18-7368-C63D3DDE7FBA}"/>
              </a:ext>
            </a:extLst>
          </p:cNvPr>
          <p:cNvSpPr/>
          <p:nvPr/>
        </p:nvSpPr>
        <p:spPr>
          <a:xfrm>
            <a:off x="2979758" y="1599959"/>
            <a:ext cx="5326844" cy="1386250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轮播图片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A55A727-3BCF-3230-631E-6A13D0928875}"/>
              </a:ext>
            </a:extLst>
          </p:cNvPr>
          <p:cNvSpPr/>
          <p:nvPr/>
        </p:nvSpPr>
        <p:spPr>
          <a:xfrm>
            <a:off x="4543734" y="3264601"/>
            <a:ext cx="1828798" cy="19030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乐队成员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7A3A21A-FF9E-34CC-973D-55F5762A89C2}"/>
              </a:ext>
            </a:extLst>
          </p:cNvPr>
          <p:cNvSpPr/>
          <p:nvPr/>
        </p:nvSpPr>
        <p:spPr>
          <a:xfrm>
            <a:off x="2892088" y="5272415"/>
            <a:ext cx="5486397" cy="338090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Songs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1C9C441-F0BF-EE30-89E6-6D6471421961}"/>
              </a:ext>
            </a:extLst>
          </p:cNvPr>
          <p:cNvSpPr/>
          <p:nvPr/>
        </p:nvSpPr>
        <p:spPr>
          <a:xfrm>
            <a:off x="5774396" y="3489579"/>
            <a:ext cx="2149338" cy="486851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乐队成员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F5E5D23-AF29-69FF-69EF-F7C5D14022E9}"/>
              </a:ext>
            </a:extLst>
          </p:cNvPr>
          <p:cNvSpPr/>
          <p:nvPr/>
        </p:nvSpPr>
        <p:spPr>
          <a:xfrm>
            <a:off x="3196650" y="4031708"/>
            <a:ext cx="2149338" cy="486851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乐队成员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ECD733D-A8D1-5CDD-AEC0-569EFB1F9747}"/>
              </a:ext>
            </a:extLst>
          </p:cNvPr>
          <p:cNvSpPr/>
          <p:nvPr/>
        </p:nvSpPr>
        <p:spPr>
          <a:xfrm>
            <a:off x="5771345" y="4031708"/>
            <a:ext cx="2149338" cy="486851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乐队成员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CF89CD0-7BE8-B79B-1DC6-2A33F4BE0607}"/>
              </a:ext>
            </a:extLst>
          </p:cNvPr>
          <p:cNvSpPr/>
          <p:nvPr/>
        </p:nvSpPr>
        <p:spPr>
          <a:xfrm>
            <a:off x="4498660" y="4543674"/>
            <a:ext cx="2149338" cy="311710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代表歌曲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2302F63-B227-499F-44EA-DEDF3D2BFE4A}"/>
              </a:ext>
            </a:extLst>
          </p:cNvPr>
          <p:cNvSpPr/>
          <p:nvPr/>
        </p:nvSpPr>
        <p:spPr>
          <a:xfrm>
            <a:off x="2897202" y="4903077"/>
            <a:ext cx="5486399" cy="293740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Songs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94CAD79-A9BE-6EA5-7D13-1DF9A46FA175}"/>
              </a:ext>
            </a:extLst>
          </p:cNvPr>
          <p:cNvSpPr/>
          <p:nvPr/>
        </p:nvSpPr>
        <p:spPr>
          <a:xfrm>
            <a:off x="3193599" y="3490378"/>
            <a:ext cx="2149338" cy="486851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乐队成员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0A6C12F-D2FC-FACE-953F-CC38731CA5FF}"/>
              </a:ext>
            </a:extLst>
          </p:cNvPr>
          <p:cNvSpPr/>
          <p:nvPr/>
        </p:nvSpPr>
        <p:spPr>
          <a:xfrm>
            <a:off x="2899981" y="5684428"/>
            <a:ext cx="5486397" cy="338090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Songs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74C41C2-4DC7-F895-D085-4F37E765312E}"/>
              </a:ext>
            </a:extLst>
          </p:cNvPr>
          <p:cNvSpPr/>
          <p:nvPr/>
        </p:nvSpPr>
        <p:spPr>
          <a:xfrm>
            <a:off x="2899980" y="6060546"/>
            <a:ext cx="5486397" cy="338090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二创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F05D533-E3E6-2688-2835-26574992C689}"/>
              </a:ext>
            </a:extLst>
          </p:cNvPr>
          <p:cNvSpPr/>
          <p:nvPr/>
        </p:nvSpPr>
        <p:spPr>
          <a:xfrm>
            <a:off x="2899980" y="6438403"/>
            <a:ext cx="5486397" cy="21768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footer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242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4657-D740-1A6E-B2CE-AEAA7147B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7A2A6A2-A921-9FD9-1347-792BE26BC777}"/>
              </a:ext>
            </a:extLst>
          </p:cNvPr>
          <p:cNvSpPr/>
          <p:nvPr/>
        </p:nvSpPr>
        <p:spPr>
          <a:xfrm>
            <a:off x="2824841" y="89807"/>
            <a:ext cx="5664641" cy="57623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DEB66C-C1D5-9460-1BF7-B856EFA7C588}"/>
              </a:ext>
            </a:extLst>
          </p:cNvPr>
          <p:cNvSpPr/>
          <p:nvPr/>
        </p:nvSpPr>
        <p:spPr>
          <a:xfrm>
            <a:off x="2897204" y="212271"/>
            <a:ext cx="5486400" cy="48985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Header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44ADD9E-92E5-F915-8B42-689B464F5A08}"/>
              </a:ext>
            </a:extLst>
          </p:cNvPr>
          <p:cNvSpPr/>
          <p:nvPr/>
        </p:nvSpPr>
        <p:spPr>
          <a:xfrm>
            <a:off x="2913986" y="800099"/>
            <a:ext cx="5469618" cy="48884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6F8FA5B-D42D-DB7F-0DB2-82B5536A0122}"/>
              </a:ext>
            </a:extLst>
          </p:cNvPr>
          <p:cNvSpPr/>
          <p:nvPr/>
        </p:nvSpPr>
        <p:spPr>
          <a:xfrm>
            <a:off x="2948849" y="824591"/>
            <a:ext cx="5367378" cy="58069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少女乐队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7A2C91-EE8A-2D17-CC32-31022E9849AC}"/>
              </a:ext>
            </a:extLst>
          </p:cNvPr>
          <p:cNvSpPr/>
          <p:nvPr/>
        </p:nvSpPr>
        <p:spPr>
          <a:xfrm>
            <a:off x="3160605" y="2299231"/>
            <a:ext cx="1190014" cy="291341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轻音少女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B3ACEB5-4CBA-D72F-5BE5-F3D672952B13}"/>
              </a:ext>
            </a:extLst>
          </p:cNvPr>
          <p:cNvSpPr/>
          <p:nvPr/>
        </p:nvSpPr>
        <p:spPr>
          <a:xfrm>
            <a:off x="3160605" y="1536947"/>
            <a:ext cx="1295892" cy="68665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Picture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5ABF43-7057-7F0A-9B7D-5A8CF16DC029}"/>
              </a:ext>
            </a:extLst>
          </p:cNvPr>
          <p:cNvSpPr/>
          <p:nvPr/>
        </p:nvSpPr>
        <p:spPr>
          <a:xfrm>
            <a:off x="3160605" y="2666198"/>
            <a:ext cx="1295892" cy="291341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Description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A39E92-C794-999C-5DB1-5579F5A76C04}"/>
              </a:ext>
            </a:extLst>
          </p:cNvPr>
          <p:cNvSpPr/>
          <p:nvPr/>
        </p:nvSpPr>
        <p:spPr>
          <a:xfrm>
            <a:off x="3160605" y="3052452"/>
            <a:ext cx="1190014" cy="226540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了解更多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E21057-0FE0-5694-1AAE-52AA48CCD68F}"/>
              </a:ext>
            </a:extLst>
          </p:cNvPr>
          <p:cNvSpPr/>
          <p:nvPr/>
        </p:nvSpPr>
        <p:spPr>
          <a:xfrm>
            <a:off x="3069164" y="1465020"/>
            <a:ext cx="1462041" cy="1873100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9C3C1DB-9B17-833C-571E-E23230A95726}"/>
              </a:ext>
            </a:extLst>
          </p:cNvPr>
          <p:cNvSpPr/>
          <p:nvPr/>
        </p:nvSpPr>
        <p:spPr>
          <a:xfrm>
            <a:off x="4800108" y="2299231"/>
            <a:ext cx="1190014" cy="291341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孤独摇滚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5F8C2D1-C8B2-D3F3-BA6D-46D1D483C650}"/>
              </a:ext>
            </a:extLst>
          </p:cNvPr>
          <p:cNvSpPr/>
          <p:nvPr/>
        </p:nvSpPr>
        <p:spPr>
          <a:xfrm>
            <a:off x="4800108" y="1536947"/>
            <a:ext cx="1295892" cy="68665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Picture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B3FD61B-E653-1526-DFDB-3742EF1081C8}"/>
              </a:ext>
            </a:extLst>
          </p:cNvPr>
          <p:cNvSpPr/>
          <p:nvPr/>
        </p:nvSpPr>
        <p:spPr>
          <a:xfrm>
            <a:off x="4800108" y="2666198"/>
            <a:ext cx="1295892" cy="291341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Description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B50CE28-DD04-710F-63CF-31711FB4C0C5}"/>
              </a:ext>
            </a:extLst>
          </p:cNvPr>
          <p:cNvSpPr/>
          <p:nvPr/>
        </p:nvSpPr>
        <p:spPr>
          <a:xfrm>
            <a:off x="4800108" y="3052452"/>
            <a:ext cx="1190014" cy="226540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了解更多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E76C8CE-E2BA-7D03-CE56-04E134135EB9}"/>
              </a:ext>
            </a:extLst>
          </p:cNvPr>
          <p:cNvSpPr/>
          <p:nvPr/>
        </p:nvSpPr>
        <p:spPr>
          <a:xfrm>
            <a:off x="4708667" y="1465020"/>
            <a:ext cx="1462041" cy="1873100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85CF727-4B9D-7B50-EF96-D764D39B6201}"/>
              </a:ext>
            </a:extLst>
          </p:cNvPr>
          <p:cNvSpPr/>
          <p:nvPr/>
        </p:nvSpPr>
        <p:spPr>
          <a:xfrm>
            <a:off x="6454092" y="2299231"/>
            <a:ext cx="1190014" cy="291341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MyGO</a:t>
            </a:r>
            <a:r>
              <a:rPr lang="en-US" altLang="zh-CN" dirty="0">
                <a:solidFill>
                  <a:schemeClr val="tx1"/>
                </a:solidFill>
              </a:rPr>
              <a:t>!!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82CB671-ED0A-AD25-796E-EE88704E5804}"/>
              </a:ext>
            </a:extLst>
          </p:cNvPr>
          <p:cNvSpPr/>
          <p:nvPr/>
        </p:nvSpPr>
        <p:spPr>
          <a:xfrm>
            <a:off x="6454092" y="1536947"/>
            <a:ext cx="1295892" cy="68665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Picture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743B530-2FAF-502E-BA97-955A3FCE56FC}"/>
              </a:ext>
            </a:extLst>
          </p:cNvPr>
          <p:cNvSpPr/>
          <p:nvPr/>
        </p:nvSpPr>
        <p:spPr>
          <a:xfrm>
            <a:off x="6454092" y="2666198"/>
            <a:ext cx="1295892" cy="291341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Description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E12DCFB-D4FE-A9B4-6951-D0526412BD68}"/>
              </a:ext>
            </a:extLst>
          </p:cNvPr>
          <p:cNvSpPr/>
          <p:nvPr/>
        </p:nvSpPr>
        <p:spPr>
          <a:xfrm>
            <a:off x="6454092" y="3052452"/>
            <a:ext cx="1190014" cy="226540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了解更多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22E2176-85E4-8D4F-BCC4-500202D5CF8E}"/>
              </a:ext>
            </a:extLst>
          </p:cNvPr>
          <p:cNvSpPr/>
          <p:nvPr/>
        </p:nvSpPr>
        <p:spPr>
          <a:xfrm>
            <a:off x="6362651" y="1465020"/>
            <a:ext cx="1462041" cy="1873100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0517901-18C6-2684-528F-AAD354930B1C}"/>
              </a:ext>
            </a:extLst>
          </p:cNvPr>
          <p:cNvSpPr/>
          <p:nvPr/>
        </p:nvSpPr>
        <p:spPr>
          <a:xfrm>
            <a:off x="3170229" y="4282164"/>
            <a:ext cx="1286268" cy="44444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Girls Band Cry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D815F85-49BD-9B69-2377-C2EC53448888}"/>
              </a:ext>
            </a:extLst>
          </p:cNvPr>
          <p:cNvSpPr/>
          <p:nvPr/>
        </p:nvSpPr>
        <p:spPr>
          <a:xfrm>
            <a:off x="3170230" y="3519880"/>
            <a:ext cx="1295892" cy="68665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Picture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CBC7AD5-38A2-EC81-5472-FBBD87FEF7E2}"/>
              </a:ext>
            </a:extLst>
          </p:cNvPr>
          <p:cNvSpPr/>
          <p:nvPr/>
        </p:nvSpPr>
        <p:spPr>
          <a:xfrm>
            <a:off x="3170230" y="4791549"/>
            <a:ext cx="1295892" cy="291341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Description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1680361-6738-385B-03F0-2E431E054536}"/>
              </a:ext>
            </a:extLst>
          </p:cNvPr>
          <p:cNvSpPr/>
          <p:nvPr/>
        </p:nvSpPr>
        <p:spPr>
          <a:xfrm>
            <a:off x="3160605" y="5217025"/>
            <a:ext cx="1190014" cy="226540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了解更多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51B3D89-8C26-F986-EA65-A1B181156178}"/>
              </a:ext>
            </a:extLst>
          </p:cNvPr>
          <p:cNvSpPr/>
          <p:nvPr/>
        </p:nvSpPr>
        <p:spPr>
          <a:xfrm>
            <a:off x="3078789" y="3447952"/>
            <a:ext cx="1462041" cy="214432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E3306FA-2630-D9D3-11C1-91C5905A6760}"/>
              </a:ext>
            </a:extLst>
          </p:cNvPr>
          <p:cNvSpPr/>
          <p:nvPr/>
        </p:nvSpPr>
        <p:spPr>
          <a:xfrm>
            <a:off x="4714087" y="4354091"/>
            <a:ext cx="2838160" cy="262576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少女乐队搭配游戏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F0562E6-FB2A-E9AB-986C-B9ADD32BA9D3}"/>
              </a:ext>
            </a:extLst>
          </p:cNvPr>
          <p:cNvSpPr/>
          <p:nvPr/>
        </p:nvSpPr>
        <p:spPr>
          <a:xfrm>
            <a:off x="4714087" y="3591807"/>
            <a:ext cx="2838160" cy="75971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Picture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D600D32-93D8-E1D6-DEE5-555462473548}"/>
              </a:ext>
            </a:extLst>
          </p:cNvPr>
          <p:cNvSpPr/>
          <p:nvPr/>
        </p:nvSpPr>
        <p:spPr>
          <a:xfrm>
            <a:off x="4714087" y="4721057"/>
            <a:ext cx="2838160" cy="36169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Description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4EFA973-0C1D-BA16-D282-08341B6EA75A}"/>
              </a:ext>
            </a:extLst>
          </p:cNvPr>
          <p:cNvSpPr/>
          <p:nvPr/>
        </p:nvSpPr>
        <p:spPr>
          <a:xfrm>
            <a:off x="4714086" y="5179007"/>
            <a:ext cx="2678115" cy="322339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开始游戏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316E76B-F4BD-8B3D-3E00-2F084B05F5A3}"/>
              </a:ext>
            </a:extLst>
          </p:cNvPr>
          <p:cNvSpPr/>
          <p:nvPr/>
        </p:nvSpPr>
        <p:spPr>
          <a:xfrm>
            <a:off x="4622646" y="3519879"/>
            <a:ext cx="3202046" cy="207239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871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C3612-4211-F314-9A25-690E873B4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4959DEE-93CE-0203-60FB-83438CEBC312}"/>
              </a:ext>
            </a:extLst>
          </p:cNvPr>
          <p:cNvSpPr/>
          <p:nvPr/>
        </p:nvSpPr>
        <p:spPr>
          <a:xfrm>
            <a:off x="2824842" y="89808"/>
            <a:ext cx="5655016" cy="46265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7B6A28-B1AF-9DDE-BD0A-F2953518CAB3}"/>
              </a:ext>
            </a:extLst>
          </p:cNvPr>
          <p:cNvSpPr/>
          <p:nvPr/>
        </p:nvSpPr>
        <p:spPr>
          <a:xfrm>
            <a:off x="2897204" y="212271"/>
            <a:ext cx="5486400" cy="48985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Header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300619-3C0A-B487-4012-52F5C087015D}"/>
              </a:ext>
            </a:extLst>
          </p:cNvPr>
          <p:cNvSpPr/>
          <p:nvPr/>
        </p:nvSpPr>
        <p:spPr>
          <a:xfrm>
            <a:off x="2913986" y="832928"/>
            <a:ext cx="5402241" cy="29209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34D5450-C196-B70F-8D76-CC80872E6440}"/>
              </a:ext>
            </a:extLst>
          </p:cNvPr>
          <p:cNvSpPr/>
          <p:nvPr/>
        </p:nvSpPr>
        <p:spPr>
          <a:xfrm>
            <a:off x="2948849" y="853680"/>
            <a:ext cx="5367378" cy="58069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生物信息学工具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69956A-A8F9-7EAD-FDD2-4A6409FB6158}"/>
              </a:ext>
            </a:extLst>
          </p:cNvPr>
          <p:cNvSpPr/>
          <p:nvPr/>
        </p:nvSpPr>
        <p:spPr>
          <a:xfrm>
            <a:off x="3069164" y="1465020"/>
            <a:ext cx="1462041" cy="2038576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2DFF0E-FC67-87AD-8564-FD985E85EE01}"/>
              </a:ext>
            </a:extLst>
          </p:cNvPr>
          <p:cNvSpPr/>
          <p:nvPr/>
        </p:nvSpPr>
        <p:spPr>
          <a:xfrm>
            <a:off x="3152238" y="1498277"/>
            <a:ext cx="1295892" cy="68665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Entrez</a:t>
            </a:r>
            <a:r>
              <a:rPr lang="zh-CN" altLang="en-US" dirty="0">
                <a:solidFill>
                  <a:schemeClr val="tx1"/>
                </a:solidFill>
              </a:rPr>
              <a:t>搜索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A177EE-7E61-0743-D881-FFAEEB72B71C}"/>
              </a:ext>
            </a:extLst>
          </p:cNvPr>
          <p:cNvSpPr/>
          <p:nvPr/>
        </p:nvSpPr>
        <p:spPr>
          <a:xfrm>
            <a:off x="3136329" y="2244667"/>
            <a:ext cx="1295892" cy="53265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Description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47F727-5626-8370-75AF-F522DC61516A}"/>
              </a:ext>
            </a:extLst>
          </p:cNvPr>
          <p:cNvSpPr/>
          <p:nvPr/>
        </p:nvSpPr>
        <p:spPr>
          <a:xfrm>
            <a:off x="3120420" y="2854026"/>
            <a:ext cx="1311801" cy="53265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开始搜索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77CB87-93DE-2A4C-64A9-F1E472083335}"/>
              </a:ext>
            </a:extLst>
          </p:cNvPr>
          <p:cNvSpPr/>
          <p:nvPr/>
        </p:nvSpPr>
        <p:spPr>
          <a:xfrm>
            <a:off x="4807649" y="1474645"/>
            <a:ext cx="1462041" cy="2038576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8C14A12-AFD2-DA51-95C4-3DF75F8F802D}"/>
              </a:ext>
            </a:extLst>
          </p:cNvPr>
          <p:cNvSpPr/>
          <p:nvPr/>
        </p:nvSpPr>
        <p:spPr>
          <a:xfrm>
            <a:off x="4913006" y="1507902"/>
            <a:ext cx="1295892" cy="68665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绘图区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F1874E3-6A47-D7A9-BCE8-ADBC52A1B387}"/>
              </a:ext>
            </a:extLst>
          </p:cNvPr>
          <p:cNvSpPr/>
          <p:nvPr/>
        </p:nvSpPr>
        <p:spPr>
          <a:xfrm>
            <a:off x="4897097" y="2254292"/>
            <a:ext cx="1295892" cy="53265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Description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9FC8ED-3561-35D6-5872-DAB3BAC4B080}"/>
              </a:ext>
            </a:extLst>
          </p:cNvPr>
          <p:cNvSpPr/>
          <p:nvPr/>
        </p:nvSpPr>
        <p:spPr>
          <a:xfrm>
            <a:off x="4881188" y="2863651"/>
            <a:ext cx="1311801" cy="53265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开始绘图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30C818B-87DF-95EF-66E3-B2ED4D5BE937}"/>
              </a:ext>
            </a:extLst>
          </p:cNvPr>
          <p:cNvSpPr/>
          <p:nvPr/>
        </p:nvSpPr>
        <p:spPr>
          <a:xfrm>
            <a:off x="6546134" y="1469401"/>
            <a:ext cx="1462041" cy="2038576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464E75-93A0-4173-95DC-C90152B380E2}"/>
              </a:ext>
            </a:extLst>
          </p:cNvPr>
          <p:cNvSpPr/>
          <p:nvPr/>
        </p:nvSpPr>
        <p:spPr>
          <a:xfrm>
            <a:off x="6629208" y="1502658"/>
            <a:ext cx="1295892" cy="68665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Entrez</a:t>
            </a:r>
            <a:r>
              <a:rPr lang="zh-CN" altLang="en-US" dirty="0">
                <a:solidFill>
                  <a:schemeClr val="tx1"/>
                </a:solidFill>
              </a:rPr>
              <a:t>搜索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2B8D4E6-88AE-FFC8-9E98-F3B18AF4B7D4}"/>
              </a:ext>
            </a:extLst>
          </p:cNvPr>
          <p:cNvSpPr/>
          <p:nvPr/>
        </p:nvSpPr>
        <p:spPr>
          <a:xfrm>
            <a:off x="6613299" y="2249048"/>
            <a:ext cx="1295892" cy="53265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Description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635E988-1F6D-859A-3AB4-78E4DB3ECB30}"/>
              </a:ext>
            </a:extLst>
          </p:cNvPr>
          <p:cNvSpPr/>
          <p:nvPr/>
        </p:nvSpPr>
        <p:spPr>
          <a:xfrm>
            <a:off x="6597390" y="2858407"/>
            <a:ext cx="1311801" cy="53265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了解更多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55189C7-AEC4-A002-7DC4-8F912F9ED1EF}"/>
              </a:ext>
            </a:extLst>
          </p:cNvPr>
          <p:cNvSpPr/>
          <p:nvPr/>
        </p:nvSpPr>
        <p:spPr>
          <a:xfrm>
            <a:off x="2948849" y="3957668"/>
            <a:ext cx="5367378" cy="575833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footer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135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7D954-5519-1FC7-50B5-480FE6D4D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4FEA654-2D84-FA73-C016-FA2576380FB9}"/>
              </a:ext>
            </a:extLst>
          </p:cNvPr>
          <p:cNvSpPr/>
          <p:nvPr/>
        </p:nvSpPr>
        <p:spPr>
          <a:xfrm>
            <a:off x="2824841" y="89808"/>
            <a:ext cx="5886021" cy="62339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42281D-CF84-7A7E-4B10-C0A89867DDDF}"/>
              </a:ext>
            </a:extLst>
          </p:cNvPr>
          <p:cNvSpPr/>
          <p:nvPr/>
        </p:nvSpPr>
        <p:spPr>
          <a:xfrm>
            <a:off x="2897203" y="212272"/>
            <a:ext cx="5719875" cy="46254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用户登录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2141F8-FAF1-6B50-90B6-4344EE04D7DE}"/>
              </a:ext>
            </a:extLst>
          </p:cNvPr>
          <p:cNvSpPr/>
          <p:nvPr/>
        </p:nvSpPr>
        <p:spPr>
          <a:xfrm>
            <a:off x="2913986" y="832927"/>
            <a:ext cx="5719875" cy="53464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F15FD2D-3314-DD3B-A4C9-58CB814508A8}"/>
              </a:ext>
            </a:extLst>
          </p:cNvPr>
          <p:cNvSpPr/>
          <p:nvPr/>
        </p:nvSpPr>
        <p:spPr>
          <a:xfrm>
            <a:off x="3102117" y="864044"/>
            <a:ext cx="5434755" cy="553390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video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0BD511C-9064-558E-4158-254014A52D4A}"/>
              </a:ext>
            </a:extLst>
          </p:cNvPr>
          <p:cNvSpPr/>
          <p:nvPr/>
        </p:nvSpPr>
        <p:spPr>
          <a:xfrm>
            <a:off x="3219226" y="1565177"/>
            <a:ext cx="5222002" cy="29958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text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B4428EA-AD37-D079-7CAB-5FA70D143AF0}"/>
              </a:ext>
            </a:extLst>
          </p:cNvPr>
          <p:cNvSpPr/>
          <p:nvPr/>
        </p:nvSpPr>
        <p:spPr>
          <a:xfrm>
            <a:off x="3219226" y="3996677"/>
            <a:ext cx="2527926" cy="436266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验证码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7262B2-DFB6-4CE4-D257-7DEAA1E73AC1}"/>
              </a:ext>
            </a:extLst>
          </p:cNvPr>
          <p:cNvSpPr/>
          <p:nvPr/>
        </p:nvSpPr>
        <p:spPr>
          <a:xfrm>
            <a:off x="3226657" y="2113453"/>
            <a:ext cx="5222002" cy="29958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018E16A-AA97-265C-07EE-E68ADC478FEA}"/>
              </a:ext>
            </a:extLst>
          </p:cNvPr>
          <p:cNvSpPr/>
          <p:nvPr/>
        </p:nvSpPr>
        <p:spPr>
          <a:xfrm>
            <a:off x="3238603" y="2594716"/>
            <a:ext cx="5222002" cy="29958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输入框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34914D4-B1FF-60EA-63A6-54377419F11D}"/>
              </a:ext>
            </a:extLst>
          </p:cNvPr>
          <p:cNvSpPr/>
          <p:nvPr/>
        </p:nvSpPr>
        <p:spPr>
          <a:xfrm>
            <a:off x="3238603" y="3052411"/>
            <a:ext cx="5222002" cy="29958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密码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48B6EF-17B0-B2DD-54A9-9B18456017CA}"/>
              </a:ext>
            </a:extLst>
          </p:cNvPr>
          <p:cNvSpPr/>
          <p:nvPr/>
        </p:nvSpPr>
        <p:spPr>
          <a:xfrm>
            <a:off x="3238602" y="3506001"/>
            <a:ext cx="5222003" cy="359876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输入框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488094C-21A7-DAC7-4B9D-1C237DD088EF}"/>
              </a:ext>
            </a:extLst>
          </p:cNvPr>
          <p:cNvSpPr/>
          <p:nvPr/>
        </p:nvSpPr>
        <p:spPr>
          <a:xfrm>
            <a:off x="3219226" y="4544953"/>
            <a:ext cx="2527926" cy="436266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输入框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E57A5D4-2DB2-B489-B099-FE280DE73088}"/>
              </a:ext>
            </a:extLst>
          </p:cNvPr>
          <p:cNvSpPr/>
          <p:nvPr/>
        </p:nvSpPr>
        <p:spPr>
          <a:xfrm>
            <a:off x="5819495" y="3987281"/>
            <a:ext cx="1822964" cy="99393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验证码图案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E08B977-1AE8-7C56-766B-11911E366C31}"/>
              </a:ext>
            </a:extLst>
          </p:cNvPr>
          <p:cNvSpPr/>
          <p:nvPr/>
        </p:nvSpPr>
        <p:spPr>
          <a:xfrm>
            <a:off x="7706782" y="4013620"/>
            <a:ext cx="850077" cy="967599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button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922453E-B24D-42BA-4A18-FD004CAB5437}"/>
              </a:ext>
            </a:extLst>
          </p:cNvPr>
          <p:cNvSpPr/>
          <p:nvPr/>
        </p:nvSpPr>
        <p:spPr>
          <a:xfrm>
            <a:off x="3487080" y="5077621"/>
            <a:ext cx="4725043" cy="46677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登录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5B5FC18-9866-B153-D5F8-350C91679D20}"/>
              </a:ext>
            </a:extLst>
          </p:cNvPr>
          <p:cNvSpPr/>
          <p:nvPr/>
        </p:nvSpPr>
        <p:spPr>
          <a:xfrm>
            <a:off x="3238602" y="5640800"/>
            <a:ext cx="5298270" cy="43419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footer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2354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160</Words>
  <Application>Microsoft Office PowerPoint</Application>
  <PresentationFormat>宽屏</PresentationFormat>
  <Paragraphs>91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晨旭 张</dc:creator>
  <cp:lastModifiedBy>晨旭 张</cp:lastModifiedBy>
  <cp:revision>1</cp:revision>
  <dcterms:created xsi:type="dcterms:W3CDTF">2025-06-09T05:37:56Z</dcterms:created>
  <dcterms:modified xsi:type="dcterms:W3CDTF">2025-06-09T17:40:18Z</dcterms:modified>
</cp:coreProperties>
</file>